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754880" cy="475488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2651760"/>
            <a:ext cx="2194560" cy="2194560"/>
          </a:xfrm>
          <a:prstGeom prst="ellipse">
            <a:avLst/>
          </a:prstGeom>
          <a:solidFill>
            <a:srgbClr val="5E9A95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309360" y="3108960"/>
            <a:ext cx="640080" cy="640080"/>
          </a:xfrm>
          <a:prstGeom prst="ellipse">
            <a:avLst/>
          </a:prstGeom>
          <a:solidFill>
            <a:srgbClr val="D4A5A5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"/>
            <a:ext cx="4754880" cy="3566160"/>
          </a:xfrm>
          <a:prstGeom prst="roundRect">
            <a:avLst>
              <a:gd name="adj" fmla="val 3846"/>
            </a:avLst>
          </a:prstGeom>
          <a:ln w="12700">
            <a:solidFill>
              <a:srgbClr val="5E9A95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109728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衛教素材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輔助製作專案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心腎代謝一起顧：從單張、LINE 圖卡到短影音的整合衛教素材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慢性病整合照護｜專案說明（草稿，待臨床審核）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18872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20240" y="1188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現況、困境與改善策略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1938528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193852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製作流程與審核機制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7280" y="2688336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688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2688336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素材內容總覽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97280" y="3438144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4381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3438144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成效指標與時程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97280" y="4187952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418795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需要的決議與下一步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現況、困境與改善策略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011680" cy="50292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2011680" cy="265176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37360"/>
            <a:ext cx="182880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衛教單張多為文字，內容偏專業；個管師需依個案自行補充說明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468880" y="1143000"/>
            <a:ext cx="2011680" cy="502920"/>
          </a:xfrm>
          <a:prstGeom prst="rect">
            <a:avLst/>
          </a:prstGeom>
          <a:solidFill>
            <a:srgbClr val="B5655F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困境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468880" y="1645920"/>
            <a:ext cx="2011680" cy="265176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1737360"/>
            <a:ext cx="182880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素材製作耗時、風格不一；長者識能落差；人力有限，更新不易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2011680" cy="50292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對策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63440" y="1645920"/>
            <a:ext cx="2011680" cy="265176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737360"/>
            <a:ext cx="182880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AI 輔助生成插圖與分鏡，文字與數值由臨床人員確認並後製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0" y="1143000"/>
            <a:ext cx="2011680" cy="50292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預期效益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58000" y="1645920"/>
            <a:ext cx="2011680" cy="265176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1737360"/>
            <a:ext cx="182880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縮短製作時間、素材一致、可系列化重複使用，並可追蹤成效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7432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註：現況描述請依單位實際情形調整，並補上量化數據。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核心原則：臨床內容由人定，AI 負責畫面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71600"/>
            <a:ext cx="73152" cy="182880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臨床人員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衛教訊息、數值、用藥與飲食建議；依院內最新指引填入與簽核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71600"/>
            <a:ext cx="73152" cy="182880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生成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插圖、角色、情境與運鏡；提示詞固定附「無文字、無數字」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71600"/>
            <a:ext cx="73152" cy="182880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後製疊加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畫面文字、數值、院徽、QR Code 一律以 PPT／Canva／剪輯軟體後製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6118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最終發布一律經人工審核；不上傳病人資料；對外素材註記「AI 輔助生成，內容經臨床人員審閱」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製作流程（7 步驟）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需求解析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44168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0" name="Shape 8"/>
          <p:cNvSpPr/>
          <p:nvPr/>
        </p:nvSpPr>
        <p:spPr>
          <a:xfrm>
            <a:off x="1481328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1481328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鎖定臨床訊息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96896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選工具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9624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6" name="Shape 14"/>
          <p:cNvSpPr/>
          <p:nvPr/>
        </p:nvSpPr>
        <p:spPr>
          <a:xfrm>
            <a:off x="3986784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3986784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寫提示詞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02352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9" name="Shape 17"/>
          <p:cNvSpPr/>
          <p:nvPr/>
        </p:nvSpPr>
        <p:spPr>
          <a:xfrm>
            <a:off x="5239512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5239512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生成與後製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C48A8A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審核與合規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07808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25" name="Shape 23"/>
          <p:cNvSpPr/>
          <p:nvPr/>
        </p:nvSpPr>
        <p:spPr>
          <a:xfrm>
            <a:off x="7744968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26" name="Text 24"/>
          <p:cNvSpPr/>
          <p:nvPr/>
        </p:nvSpPr>
        <p:spPr>
          <a:xfrm>
            <a:off x="7744968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發布與追蹤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29260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每份素材只傳達 1 個行為目標、最多 3 個重點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一鏡一動作，角色以定稿圖鎖定，系列素材共用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交付前以評分閘（10 分）自評，低於 8 分重寫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必停點：付費操作、對外發布、上傳含個資內容、臨床內容最終確認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主題與總行為目標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1430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總行為目標：回診時，讓醫療團隊把心、腎、代謝一起看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（帶齊藥袋與紀錄本，不自行停藥或加藥）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114800" cy="2194560"/>
          </a:xfrm>
          <a:prstGeom prst="roundRect">
            <a:avLst>
              <a:gd name="adj" fmla="val 41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514600"/>
            <a:ext cx="73152" cy="192024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450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對象與場域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65 歲以上，已有高血壓、糖尿病、慢性腎臟病或體重、血脂問題者，及其照顧者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候診區電視、個管師衛教、LINE、診間發放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377440"/>
            <a:ext cx="4114800" cy="2194560"/>
          </a:xfrm>
          <a:prstGeom prst="roundRect">
            <a:avLst>
              <a:gd name="adj" fmla="val 41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514600"/>
            <a:ext cx="73152" cy="192024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2450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角色與風格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角色：阿花嬤、孫女小芸、個管師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溫暖水彩插畫；台灣日常場景（客廳、市場、診間）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先國語，台語版由母語者校對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素材總覽：一套 11 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角色設定卡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1168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210312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A4 衛教單張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84048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LINE 圖卡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57784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短影音（約 45 秒）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2376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22376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語音導讀稿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33756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以「阿花嬤的一天」串連，同一角色與風格，便於系列化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每件素材皆有單一行為目標，文字稿與提示詞皆已備妥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臨床欄位以【院內填】標示，由臨床人員補齊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A4 衛教單張：看診帶三樣，心腎代謝一起顧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藥袋與保健食品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正在吃的藥、保健食品都帶來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紀錄本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在家量的血壓、體重寫下來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您的疑問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想問的事先寫下，看診一起問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請記得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10896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不自己停藥，也不自己加藥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不自行購買止痛藥或來路不明的草藥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有不舒服或疑問，先問我們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2880360"/>
            <a:ext cx="73152" cy="146304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8163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版面與待補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74920" y="324612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標題 28pt 以上，內文 14pt 以上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待補：追蹤檢查項目、紅旗症狀、聯絡方式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LINE 圖卡：5 張連續發送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心、腎、代謝，一起顧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1168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14600" y="1371600"/>
            <a:ext cx="548640" cy="548640"/>
          </a:xfrm>
          <a:prstGeom prst="ellipse">
            <a:avLst/>
          </a:prstGeom>
          <a:solidFill>
            <a:srgbClr val="5E9A95"/>
          </a:solidFill>
          <a:ln/>
        </p:spPr>
      </p:sp>
      <p:sp>
        <p:nvSpPr>
          <p:cNvPr id="14" name="Text 12"/>
          <p:cNvSpPr/>
          <p:nvPr/>
        </p:nvSpPr>
        <p:spPr>
          <a:xfrm>
            <a:off x="25146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1168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在家量一量，寫下來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74904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5196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9" name="Text 17"/>
          <p:cNvSpPr/>
          <p:nvPr/>
        </p:nvSpPr>
        <p:spPr>
          <a:xfrm>
            <a:off x="42519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4904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吃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84048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吃得均衡，不用一次做到完美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89320" y="1371600"/>
            <a:ext cx="548640" cy="548640"/>
          </a:xfrm>
          <a:prstGeom prst="ellipse">
            <a:avLst/>
          </a:prstGeom>
          <a:solidFill>
            <a:srgbClr val="5E9A95"/>
          </a:solidFill>
          <a:ln/>
        </p:spPr>
      </p:sp>
      <p:sp>
        <p:nvSpPr>
          <p:cNvPr id="24" name="Text 22"/>
          <p:cNvSpPr/>
          <p:nvPr/>
        </p:nvSpPr>
        <p:spPr>
          <a:xfrm>
            <a:off x="59893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看診帶藥袋，不自己停藥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2668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29" name="Text 27"/>
          <p:cNvSpPr/>
          <p:nvPr/>
        </p:nvSpPr>
        <p:spPr>
          <a:xfrm>
            <a:off x="77266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22376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求助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31520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有疑問，問我們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 1 個重點，圖上文字 20 字以內；插圖由 AI 生成（無文字），文字後製；每日或隔日發送 1 張。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短影音系列：3 支，各約 45 秒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55448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支｜心腎代謝是一家人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認識：三者互相影響，一起追蹤更有效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25880"/>
            <a:ext cx="73152" cy="15544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支｜在家顧好自己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日常：固定時間量測並記錄，家人協助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25880"/>
            <a:ext cx="73152" cy="155448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支｜看診不自己亂加減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用藥：帶藥袋與保健食品，不自行停藥、加藥或買藥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每支 5 段、每鏡 5–10 秒，一鏡一動作，節奏緩慢、附字幕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先出圖鎖定角色，再逐鏡生成；字幕與旁白後製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量測動作與器材畫面須由護理師或衛教師審閱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品質與合規機制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32588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臨床正確性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訊息依院內最新指引，標註版本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無自創數值、劑量；步驟圖由專業人員審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325880"/>
            <a:ext cx="73152" cy="13258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瑕疵檢查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手指、臉部、器材構造、角色一致性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影片無閃爍、變形、換人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108960"/>
            <a:ext cx="73152" cy="132588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44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長者友善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一頁一重點、大字高對比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語速偏慢、附字幕、teach-back 設計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29718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108960"/>
            <a:ext cx="73152" cy="132588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044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法規與倫理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9204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不使用病人資料與真人肖像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醫療廣告規範請法規／公關確認；留存提示詞與審核紀錄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成效指標（六層）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層次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C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指標範例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素材件數、疾病別覆蓋、語言版本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觸及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播放場次、LINE 開啟率、QR 掃描、發放份數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理解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teach-back 通過率、前後測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行為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回診攜帶藥袋比率、量測紀錄完成率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臨床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CKM 追蹤項目完整率（目標值由單位設定）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品質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審核通過率、修正件數、製作工作天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時程與資源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972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74520" y="109728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臨床訊息與院內欄位確認；角色定稿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572768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5727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74520" y="157276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單張、圖卡、語音稿生成與排版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048256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0482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745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支短影音逐鏡生成與剪輯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523744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52374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74520" y="252374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臨床審核、長者可理解度測試、法規確認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2999232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99923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74520" y="299923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候診區播放、LINE 發送、成效追蹤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703320"/>
            <a:ext cx="73152" cy="82296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6393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費用提醒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生成圖片、影片與語音可能需訂閱或點數，金額依所選平台而定；建議先做單張與 LINE 圖卡，影片先小量測試。使用前須經資訊單位確認工具與資料政策。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需要的決議與下一步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301752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請協助決議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指定臨床審核人員與簽核流程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確認可使用的生成工具與預算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確認法規／公關審查單位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決定試辦場域與期間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325880"/>
            <a:ext cx="73152" cy="301752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臨床團隊補齊 6 項院內欄位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先完成單張與 LINE 圖卡送審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影片小量測試後擴大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試辦後依成效指標檢討與擴及其他病種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291840" cy="3291840"/>
          </a:xfrm>
          <a:prstGeom prst="ellipse">
            <a:avLst/>
          </a:prstGeom>
          <a:solidFill>
            <a:srgbClr val="5E9A95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766560" y="2377440"/>
            <a:ext cx="3291840" cy="32918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3566160"/>
            <a:ext cx="548640" cy="548640"/>
          </a:xfrm>
          <a:prstGeom prst="ellipse">
            <a:avLst/>
          </a:prstGeom>
          <a:solidFill>
            <a:srgbClr val="D4A5A5">
              <a:alpha val="7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心、腎、代謝，一起顧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敬請指教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CKM 衛教素材 AI 輔助製作專案</dc:title>
  <dc:subject>PptxGenJS Presentation</dc:subject>
  <dc:creator>PptxGenJS</dc:creator>
  <cp:lastModifiedBy>PptxGenJS</cp:lastModifiedBy>
  <cp:revision>1</cp:revision>
  <dcterms:created xsi:type="dcterms:W3CDTF">2026-10-04T09:22:36Z</dcterms:created>
  <dcterms:modified xsi:type="dcterms:W3CDTF">2026-10-04T09:22:36Z</dcterms:modified>
</cp:coreProperties>
</file>