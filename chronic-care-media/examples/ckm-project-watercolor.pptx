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754880" cy="475488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651760"/>
            <a:ext cx="2194560" cy="2194560"/>
          </a:xfrm>
          <a:prstGeom prst="ellipse">
            <a:avLst/>
          </a:prstGeom>
          <a:solidFill>
            <a:srgbClr val="5E9A95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3108960"/>
            <a:ext cx="640080" cy="64008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4754880" cy="3566160"/>
          </a:xfrm>
          <a:prstGeom prst="roundRect">
            <a:avLst>
              <a:gd name="adj" fmla="val 3846"/>
            </a:avLst>
          </a:prstGeom>
          <a:ln w="12700">
            <a:solidFill>
              <a:srgbClr val="5E9A95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衛教素材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輔助製作專案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心腎代謝一起顧：從單張、LINE 圖卡到短影音的整合衛教素材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慢性病整合照護｜專案說明（草稿，待臨床審核）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1188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現況、困境與改善策略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1938528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19385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製作流程與審核機制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2688336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26883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素材內容總覽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97280" y="3438144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34381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成效指標與時程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97280" y="4187952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需要的決議與下一步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現況、困境與改善策略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2011680" cy="2651760"/>
          </a:xfrm>
          <a:prstGeom prst="rect">
            <a:avLst/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衛教單張多為文字，內容偏專業；個管師需依個案自行補充說明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2011680" cy="502920"/>
          </a:xfrm>
          <a:prstGeom prst="rect">
            <a:avLst/>
          </a:prstGeom>
          <a:solidFill>
            <a:srgbClr val="B5655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困境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68880" y="1645920"/>
            <a:ext cx="2011680" cy="2651760"/>
          </a:xfrm>
          <a:prstGeom prst="rect">
            <a:avLst/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素材製作耗時、風格不一；長者識能落差；人力有限，更新不易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2011680" cy="502920"/>
          </a:xfrm>
          <a:prstGeom prst="rect">
            <a:avLst/>
          </a:prstGeom>
          <a:solidFill>
            <a:srgbClr val="5F9C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2011680" cy="2651760"/>
          </a:xfrm>
          <a:prstGeom prst="rect">
            <a:avLst/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 AI 輔助生成插圖與分鏡，文字與數值由臨床人員確認並後製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0" y="1143000"/>
            <a:ext cx="2011680" cy="50292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預期效益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2011680" cy="2651760"/>
          </a:xfrm>
          <a:prstGeom prst="rect">
            <a:avLst/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737360"/>
            <a:ext cx="182880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縮短製作時間、素材一致、可系列化重複使用，並可追蹤成效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43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註：現況描述請依單位實際情形調整，並補上量化數據。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核心原則：臨床內容由人定，AI 負責畫面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71600"/>
            <a:ext cx="73152" cy="1828800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臨床人員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衛教訊息、數值、用藥與飲食建議；依院內最新指引填入與簽核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73152" cy="182880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插圖、角色、情境與運鏡；提示詞固定附「無文字、無數字」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73152" cy="182880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07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後製疊加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畫面文字、數值、院徽、QR Code 一律以 PPT／Canva／剪輯軟體後製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4A7C7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最終發布一律經人工審核；不上傳病人資料；對外素材註記「AI 輔助生成，內容經臨床人員審閱」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製作流程（7 步驟）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需求解析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44168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11" name="Text 9"/>
          <p:cNvSpPr/>
          <p:nvPr/>
        </p:nvSpPr>
        <p:spPr>
          <a:xfrm>
            <a:off x="1481328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鎖定臨床訊息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96896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2734056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14" name="Text 12"/>
          <p:cNvSpPr/>
          <p:nvPr/>
        </p:nvSpPr>
        <p:spPr>
          <a:xfrm>
            <a:off x="2734056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選工具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9624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16" name="Shape 14"/>
          <p:cNvSpPr/>
          <p:nvPr/>
        </p:nvSpPr>
        <p:spPr>
          <a:xfrm>
            <a:off x="3986784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寫提示詞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02352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9512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20" name="Text 18"/>
          <p:cNvSpPr/>
          <p:nvPr/>
        </p:nvSpPr>
        <p:spPr>
          <a:xfrm>
            <a:off x="5239512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生成與後製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C48A8A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審核與合規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07808" y="1874520"/>
            <a:ext cx="128016" cy="274320"/>
          </a:xfrm>
          <a:prstGeom prst="rightArrow">
            <a:avLst/>
          </a:prstGeom>
          <a:solidFill>
            <a:srgbClr val="7A7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44968" y="14630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4A7C7E"/>
          </a:solidFill>
          <a:ln/>
        </p:spPr>
      </p:sp>
      <p:sp>
        <p:nvSpPr>
          <p:cNvPr id="26" name="Text 24"/>
          <p:cNvSpPr/>
          <p:nvPr/>
        </p:nvSpPr>
        <p:spPr>
          <a:xfrm>
            <a:off x="7744968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發布與追蹤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29260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每份素材只傳達 1 個行為目標、最多 3 個重點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一鏡一動作，角色以定稿圖鎖定，系列素材共用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交付前以評分閘（10 分）自評，低於 8 分重寫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必停點：付費操作、對外發布、上傳含個資內容、臨床內容最終確認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CKM 主題與總行為目標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4A7C7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總行為目標：回診時，讓醫療團隊把心、腎、代謝一起看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（帶齊藥袋與紀錄本，不自行停藥或加藥）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73152" cy="192024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50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對象與場域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65 歲以上，已有高血壓、糖尿病、慢性腎臟病或體重、血脂問題者，及其照顧者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候診區電視、個管師衛教、LINE、診間發放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37744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514600"/>
            <a:ext cx="73152" cy="192024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4505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角色與風格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角色：阿花嬤、孫女小芸、個管師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溫暖水彩插畫；台灣日常場景（客廳、市場、診間）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先國語，台語版由母語者校對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素材總覽：一套 11 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角色設定卡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10312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A4 衛教單張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84048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圖卡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短影音（約 45 秒）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1554480" cy="1737360"/>
          </a:xfrm>
          <a:prstGeom prst="roundRect">
            <a:avLst>
              <a:gd name="adj" fmla="val 7059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731520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語音導讀稿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以「阿花嬤的一天」串連，同一角色與風格，便於系列化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每件素材皆有單一行為目標，文字稿與提示詞皆已備妥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臨床欄位以【院內填】標示，由臨床人員補齊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A4 衛教單張：看診帶三樣，心腎代謝一起顧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73152" cy="109728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藥袋與保健食品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正在吃的藥、保健食品都帶來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73152" cy="109728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紀錄本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在家量的血壓、體重寫下來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25880"/>
            <a:ext cx="73152" cy="109728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您的疑問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想問的事先寫下，看診一起問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請記得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不自己停藥，也不自己加藥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不自行購買止痛藥或來路不明的草藥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有不舒服或疑問，先問我們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274320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880360"/>
            <a:ext cx="73152" cy="146304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28163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版面與待補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32461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 28pt 以上，內文 14pt 以上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待補：追蹤檢查項目、紅旗症狀、聯絡方式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LINE 圖卡：5 張連續發送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心、腎、代謝，一起顧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71600"/>
            <a:ext cx="548640" cy="548640"/>
          </a:xfrm>
          <a:prstGeom prst="ellipse">
            <a:avLst/>
          </a:prstGeom>
          <a:solidFill>
            <a:srgbClr val="5E9A95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在家量一量，寫下來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371600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吃得均衡，不用一次做到完美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371600"/>
            <a:ext cx="548640" cy="548640"/>
          </a:xfrm>
          <a:prstGeom prst="ellipse">
            <a:avLst/>
          </a:prstGeom>
          <a:solidFill>
            <a:srgbClr val="5E9A95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看診帶藥袋，不自己停藥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3760" y="12344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求助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24231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有疑問，問我們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 1 個重點，圖上文字 20 字以內；插圖由 AI 生成（無文字），文字後製；每日或隔日發送 1 張。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短影音系列：3 支，各約 45 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73152" cy="1554480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支｜認識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「心腎代謝是一家人」：三者互相影響，一起追蹤更有效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73152" cy="155448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支｜日常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「在家顧好自己」：固定時間量測並記錄，家人協助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25880"/>
            <a:ext cx="73152" cy="155448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61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支｜用藥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「看診不自己亂加減」：帶藥袋與保健食品，不自行停藥、加藥或買藥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每支 5 段、每鏡 5–10 秒，一鏡一動作，節奏緩慢、附字幕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先出圖鎖定角色，再逐鏡生成；字幕與旁白後製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量測動作與器材畫面須由護理師或衛教師審閱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品質與合規機制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73152" cy="1325880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臨床正確性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訊息依院內最新指引，標註版本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無自創數值、劑量；步驟圖由專業人員審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73152" cy="1325880"/>
          </a:xfrm>
          <a:prstGeom prst="rect">
            <a:avLst/>
          </a:prstGeom>
          <a:solidFill>
            <a:srgbClr val="5E9A95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瑕疵檢查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手指、臉部、器材構造、角色一致性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影片無閃爍、變形、換人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1325880"/>
          </a:xfrm>
          <a:prstGeom prst="rect">
            <a:avLst/>
          </a:prstGeom>
          <a:solidFill>
            <a:srgbClr val="5F9C8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長者友善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一頁一重點、大字高對比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語速偏慢、附字幕、teach-back 設計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08960"/>
            <a:ext cx="73152" cy="132588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4495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法規與倫理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不使用病人資料與真人肖像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醫療廣告規範請法規／公關確認；留存提示詞與審核紀錄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成效指標（六層）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層次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指標範例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C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產出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素材件數、疾病別覆蓋、語言版本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觸及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播放場次、LINE 開啟率、QR 掃描、發放份數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理解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teach-back 通過率、前後測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行為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回診攜帶藥袋比率、量測紀錄完成率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CKM 追蹤項目完整率（目標值由單位設定）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品質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審核通過率、修正件數、製作工作天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時程與資源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371600" cy="402336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74520" y="109728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臨床訊息與院內欄位確認；角色定稿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1371600" cy="402336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572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157276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單張、圖卡、語音稿生成與排版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048256"/>
            <a:ext cx="1371600" cy="402336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482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支短影音逐鏡生成與剪輯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1371600" cy="402336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237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4 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252374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臨床審核、長者可理解度測試、法規確認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1371600" cy="402336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週起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74520" y="299923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候診區播放、LINE 發送、成效追蹤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03320"/>
            <a:ext cx="73152" cy="822960"/>
          </a:xfrm>
          <a:prstGeom prst="rect">
            <a:avLst/>
          </a:prstGeom>
          <a:solidFill>
            <a:srgbClr val="C48A8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6393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費用提醒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生成圖片、影片與語音可能需訂閱或點數，金額依所選平台而定；建議先做單張與 LINE 圖卡，影片先小量測試。使用前須經資訊單位確認工具與資料政策。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457200"/>
            <a:ext cx="1280160" cy="1280160"/>
          </a:xfrm>
          <a:prstGeom prst="ellipse">
            <a:avLst/>
          </a:prstGeom>
          <a:solidFill>
            <a:srgbClr val="5E9A95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84048"/>
            <a:ext cx="146304" cy="146304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需要的決議與下一步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73152" cy="3017520"/>
          </a:xfrm>
          <a:prstGeom prst="rect">
            <a:avLst/>
          </a:prstGeom>
          <a:solidFill>
            <a:srgbClr val="4A7C7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請協助決議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指定臨床審核人員與簽核流程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確認可使用的生成工具與預算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確認法規／公關審查單位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決定試辦場域與期間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EF5F5"/>
          </a:solidFill>
          <a:ln w="12700">
            <a:solidFill>
              <a:srgbClr val="CFE3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73152" cy="3017520"/>
          </a:xfrm>
          <a:prstGeom prst="rect">
            <a:avLst/>
          </a:prstGeom>
          <a:solidFill>
            <a:srgbClr val="5F9C8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臨床團隊補齊 6 項院內欄位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先完成單張與 LINE 圖卡送審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影片小量測試後擴大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試辦後依成效指標檢討與擴及其他病種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E9A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2377440"/>
            <a:ext cx="3291840" cy="3291840"/>
          </a:xfrm>
          <a:prstGeom prst="ellipse">
            <a:avLst/>
          </a:prstGeom>
          <a:solidFill>
            <a:srgbClr val="4A7C7E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3566160"/>
            <a:ext cx="548640" cy="54864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4A7C7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心、腎、代謝，一起顧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3D3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敬請指教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CKM 衛教素材 AI 輔助製作專案</dc:title>
  <dc:subject>PptxGenJS Presentation</dc:subject>
  <dc:creator>PptxGenJS</dc:creator>
  <cp:lastModifiedBy>PptxGenJS</cp:lastModifiedBy>
  <cp:revision>1</cp:revision>
  <dcterms:created xsi:type="dcterms:W3CDTF">2026-10-04T09:23:51Z</dcterms:created>
  <dcterms:modified xsi:type="dcterms:W3CDTF">2026-10-04T09:23:51Z</dcterms:modified>
</cp:coreProperties>
</file>